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jahan disha" userId="aff828c51d35f323" providerId="LiveId" clId="{C9AAA65C-3471-4C0A-8A54-D6488DD0CE21}"/>
    <pc:docChg chg="undo custSel addSld modSld">
      <pc:chgData name="Sadia jahan disha" userId="aff828c51d35f323" providerId="LiveId" clId="{C9AAA65C-3471-4C0A-8A54-D6488DD0CE21}" dt="2026-03-04T18:08:59.628" v="129" actId="20577"/>
      <pc:docMkLst>
        <pc:docMk/>
      </pc:docMkLst>
      <pc:sldChg chg="addSp delSp modSp mod">
        <pc:chgData name="Sadia jahan disha" userId="aff828c51d35f323" providerId="LiveId" clId="{C9AAA65C-3471-4C0A-8A54-D6488DD0CE21}" dt="2026-03-04T17:44:15.162" v="63" actId="22"/>
        <pc:sldMkLst>
          <pc:docMk/>
          <pc:sldMk cId="812767001" sldId="257"/>
        </pc:sldMkLst>
        <pc:picChg chg="add del mod">
          <ac:chgData name="Sadia jahan disha" userId="aff828c51d35f323" providerId="LiveId" clId="{C9AAA65C-3471-4C0A-8A54-D6488DD0CE21}" dt="2026-03-04T17:44:15.162" v="63" actId="22"/>
          <ac:picMkLst>
            <pc:docMk/>
            <pc:sldMk cId="812767001" sldId="257"/>
            <ac:picMk id="8" creationId="{26F9593B-D9F1-53A3-AEBB-61A2A58D74D6}"/>
          </ac:picMkLst>
        </pc:picChg>
      </pc:sldChg>
      <pc:sldChg chg="addSp modSp mod">
        <pc:chgData name="Sadia jahan disha" userId="aff828c51d35f323" providerId="LiveId" clId="{C9AAA65C-3471-4C0A-8A54-D6488DD0CE21}" dt="2026-03-04T18:08:59.628" v="129" actId="20577"/>
        <pc:sldMkLst>
          <pc:docMk/>
          <pc:sldMk cId="3019587414" sldId="258"/>
        </pc:sldMkLst>
        <pc:spChg chg="mod">
          <ac:chgData name="Sadia jahan disha" userId="aff828c51d35f323" providerId="LiveId" clId="{C9AAA65C-3471-4C0A-8A54-D6488DD0CE21}" dt="2026-03-04T18:08:59.628" v="129" actId="20577"/>
          <ac:spMkLst>
            <pc:docMk/>
            <pc:sldMk cId="3019587414" sldId="258"/>
            <ac:spMk id="3" creationId="{A8854B4A-10D5-D133-5E6B-14E3914626DB}"/>
          </ac:spMkLst>
        </pc:spChg>
        <pc:picChg chg="add mod">
          <ac:chgData name="Sadia jahan disha" userId="aff828c51d35f323" providerId="LiveId" clId="{C9AAA65C-3471-4C0A-8A54-D6488DD0CE21}" dt="2026-03-04T17:45:09.728" v="69" actId="1076"/>
          <ac:picMkLst>
            <pc:docMk/>
            <pc:sldMk cId="3019587414" sldId="258"/>
            <ac:picMk id="5" creationId="{9BA35B2F-70A5-D9F2-C192-3855FEF54703}"/>
          </ac:picMkLst>
        </pc:picChg>
      </pc:sldChg>
      <pc:sldChg chg="modSp new mod">
        <pc:chgData name="Sadia jahan disha" userId="aff828c51d35f323" providerId="LiveId" clId="{C9AAA65C-3471-4C0A-8A54-D6488DD0CE21}" dt="2026-03-04T18:08:06.988" v="119" actId="20577"/>
        <pc:sldMkLst>
          <pc:docMk/>
          <pc:sldMk cId="1371564702" sldId="259"/>
        </pc:sldMkLst>
        <pc:spChg chg="mod">
          <ac:chgData name="Sadia jahan disha" userId="aff828c51d35f323" providerId="LiveId" clId="{C9AAA65C-3471-4C0A-8A54-D6488DD0CE21}" dt="2026-03-04T17:45:45.645" v="71" actId="14100"/>
          <ac:spMkLst>
            <pc:docMk/>
            <pc:sldMk cId="1371564702" sldId="259"/>
            <ac:spMk id="2" creationId="{297BFC6C-117F-F827-7271-E16B7BA9C700}"/>
          </ac:spMkLst>
        </pc:spChg>
        <pc:spChg chg="mod">
          <ac:chgData name="Sadia jahan disha" userId="aff828c51d35f323" providerId="LiveId" clId="{C9AAA65C-3471-4C0A-8A54-D6488DD0CE21}" dt="2026-03-04T17:42:45.246" v="42" actId="255"/>
          <ac:spMkLst>
            <pc:docMk/>
            <pc:sldMk cId="1371564702" sldId="259"/>
            <ac:spMk id="3" creationId="{C5E4D47E-72FA-DDCE-0FD1-3570D4C0145C}"/>
          </ac:spMkLst>
        </pc:spChg>
        <pc:spChg chg="mod">
          <ac:chgData name="Sadia jahan disha" userId="aff828c51d35f323" providerId="LiveId" clId="{C9AAA65C-3471-4C0A-8A54-D6488DD0CE21}" dt="2026-03-04T18:08:06.988" v="119" actId="20577"/>
          <ac:spMkLst>
            <pc:docMk/>
            <pc:sldMk cId="1371564702" sldId="259"/>
            <ac:spMk id="4" creationId="{C4FF51F4-2324-AD73-55CE-3914A9D499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A7DC-5F70-8869-88CF-EC6C9AA7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953" y="86432"/>
            <a:ext cx="9605635" cy="1383139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                      Problem Statement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0A14FA-4609-DB69-6EDF-6778EF9C96D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57944" y="2606280"/>
            <a:ext cx="524691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hostel students and bachelor residents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depend on canteen or low-quality outside food.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is often unhealthy, unhygienic,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or lacks proper nutrition.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Eating the same oily or stale food daily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causes health issues.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want affordable, homemade food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but don’t know where to find it nearby.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D1AAAE-1678-677D-DB17-F886BE2D11E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171553" y="2322791"/>
            <a:ext cx="4714752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mothers and homemakers cook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delicious homemade food daily.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want to start a small food business from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home.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they face challenges like: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and managing a social media page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Spending money on promotion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Finding regular customers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Managing delivery logistics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76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911B-25D9-B1FD-4A3A-9174B4BC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914" y="804520"/>
            <a:ext cx="6248400" cy="773910"/>
          </a:xfrm>
        </p:spPr>
        <p:txBody>
          <a:bodyPr/>
          <a:lstStyle/>
          <a:p>
            <a:r>
              <a:rPr lang="en-US" dirty="0"/>
              <a:t>How Our Platform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4B4A-10D5-D133-5E6B-14E391462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40377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is the Product?</a:t>
            </a: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Ghorer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Ahar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a map-based homemade food platform that connects home chefs with nearby customers. It allows households to sell fresh, hygienic homemade food to students, bachelors, and working individuals.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How it works?</a:t>
            </a:r>
          </a:p>
          <a:p>
            <a:pPr marL="0" indent="0" algn="just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Location based system </a:t>
            </a:r>
          </a:p>
          <a:p>
            <a:pPr marL="0" indent="0" algn="just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Customers can browse menus and prices</a:t>
            </a:r>
          </a:p>
          <a:p>
            <a:pPr marL="0" indent="0" algn="just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Ordering Options:</a:t>
            </a:r>
          </a:p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Delivery option</a:t>
            </a:r>
          </a:p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Self pick-up option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35B2F-70A5-D9F2-C192-3855FEF5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14" y="3287485"/>
            <a:ext cx="4060123" cy="265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8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FC6C-117F-F827-7271-E16B7BA9C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914" y="804889"/>
            <a:ext cx="4645152" cy="1059305"/>
          </a:xfrm>
        </p:spPr>
        <p:txBody>
          <a:bodyPr/>
          <a:lstStyle/>
          <a:p>
            <a:r>
              <a:rPr lang="en-US" dirty="0"/>
              <a:t>Target customers: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4D47E-72FA-DDCE-0FD1-3570D4C014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800" b="1" dirty="0"/>
              <a:t>Primary Target:</a:t>
            </a:r>
            <a:endParaRPr lang="en-US" sz="1800" dirty="0"/>
          </a:p>
          <a:p>
            <a:r>
              <a:rPr lang="en-US" sz="1600" dirty="0"/>
              <a:t>Hostel students</a:t>
            </a:r>
          </a:p>
          <a:p>
            <a:r>
              <a:rPr lang="en-US" sz="1600" dirty="0"/>
              <a:t>University students</a:t>
            </a:r>
          </a:p>
          <a:p>
            <a:r>
              <a:rPr lang="en-US" sz="1600" dirty="0"/>
              <a:t>Bachelor employees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F51F4-2324-AD73-55CE-3914A9D499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b="1" dirty="0"/>
              <a:t>Secondary Target:</a:t>
            </a:r>
            <a:endParaRPr lang="en-US" sz="1800" dirty="0"/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Housewife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Independent women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647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{AC44CE18-86F1-4338-B3EB-AEBE854EB322}TFc986dd65-aaf0-4d5c-bef9-9c391ee05f7b738e0fce-4a319d133af4</Template>
  <TotalTime>39</TotalTime>
  <Words>196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Wingdings</vt:lpstr>
      <vt:lpstr>Gallery</vt:lpstr>
      <vt:lpstr>                        Problem Statement</vt:lpstr>
      <vt:lpstr>How Our Platform Works</vt:lpstr>
      <vt:lpstr>Target customers: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Sadia jahan disha</dc:creator>
  <cp:lastModifiedBy>ridwan bari</cp:lastModifiedBy>
  <cp:revision>2</cp:revision>
  <dcterms:created xsi:type="dcterms:W3CDTF">2026-03-04T17:09:11Z</dcterms:created>
  <dcterms:modified xsi:type="dcterms:W3CDTF">2026-03-05T02:41:19Z</dcterms:modified>
</cp:coreProperties>
</file>